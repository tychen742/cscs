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22: Recursion and Divide-and-Conquer.
Existing 110-minute chapter allocation: 35 minutes recursive contracts;40 minutes stable merge development;35 minutes verification across the two readings.
Part 22.1: Recursive Contracts and Divide-and-Conquer, starting slide 2.
Part 22.2: Stable Merge Sort and Verification, starting slide 17.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specify domain, base case, and progress, trace suspended work and returned results, keep recursive search intervals complete. Read 2201_recursion.html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factorial helper must reject impossible inputs rather than confuse termination with safe arithmetic.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Factorial accepts integers zero through 20 for long results.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Mathematical progress does not prevent C# overflow. The legal domain and checked arithmetic are part of the executable contract.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Zero is a valid base input, while 21 is rejected before an overflowing multiplication. The recursive structure alone does not establish a safe numeric domain.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Mathematical progress does not prevent C# overflow. The legal domain and checked arithmetic are part of the executable contract.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Zero is a valid base input, while 21 is rejected before an overflowing multiplication. The recursive structure alone does not establish a safe numeric domain.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Mathematical progress does not prevent C# overflow. The legal domain and checked arithmetic are part of the executable contract.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A recursive call can miss or move away from its base. State the measure and prove it decreases on every recursive path.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zero/base, singleton, odd-size, and invalid cases.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Both parts may contain the maximum. Binary search uses ordering evidence to discard one part.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helper returns the positive count from start through Length. Empty suffix returns zero; each call advances start by one. Add one exactly when the current value is greater than zero, not greater than or equal.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Both parts may contain the maximum. Binary search uses ordering evidence to discard one part.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Zero is a valid base input, while 21 is rejected before an overflowing multiplication. The recursive structure alone does not establish a safe numeric domain.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merge sorted runs with a tie policy, prove split coverage and preservation, count comparisons, copies, and storage separately. Read 2202_merge_sort_lab.html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Two branches send sorted invoice runs. Equal amounts must keep arrival order when the report combines them.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Both input runs use the same ordering.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output prefix contains exactly the smallest consumed occurrences in stable order. Sortedness alone cannot prove occurrence preservation.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A precedes C even though their keys tie. Once the right run is exhausted, copying B preserves the final occurrence without another key comparison.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output prefix contains exactly the smallest consumed occurrences in stable order. Sortedness alone cannot prove occurrence preservation.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A precedes C even though their keys tie. Once the right run is exhausted, copying B preserves the final occurrence without another key comparison.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output prefix contains exactly the smallest consumed occurrences in stable order. Sortedness alone cannot prove occurrence preservation.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Comparisons occur only while both runs have candidates. The remaining run still has to be copied.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empty, singleton, reverse, and duplicate-heavy inputs.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Reusing the buffer prevents per-call full-array allocations, but the buffer itself still occupies linear space.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Reverse comparer operands to get descending order, rather than subtracting keys or reversing the finished stable result. Continue choosing the left item on equality so tied arrival labels stay ordered.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Reusing the buffer prevents per-call full-array allocations, but the buffer itself still occupies linear space.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A precedes C even though their keys tie. Once the right run is exhausted, copying B preserves the final occurrence without another key comparison.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22</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22</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2_recursion_divide_conquer/2201_recursion.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2_recursion_divide_conquer/2201_recursion.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2_recursion_divide_conquer/2202_merge_sort_lab.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2_recursion_divide_conquer/2202_merge_sort_lab.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22. Recursion and Divide-and-Conquer</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22.1. Recursive Contracts and Divide-and-Conquer</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domain, base case, and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suspended work and returned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recursive search intervals complete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factorial helper must reject impossible inputs rather than confuse termination with safe arithmetic.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Factorial accepts integers zero through 20 for long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base case returns one for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Each recursive call receives n-1; multiplication is checked.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 for factorial(3)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Waiting work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 3 then 2 then 1 then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 times (2 times (1 times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from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from 1,2,3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Give the helper one smaller problem with an exact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each frame's local input distinct.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Prove the decrease and check result-type limits separately.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Mathematical progress does not prevent C# overflow. The legal domain and checked arithmetic are part of the executable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long Fact(int n)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&lt; 0 || n &gt; 20) throw new ArgumentOutOfRangeException(nameof(n));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n == 0 ? 1 : checked(n * Fact(n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Console.WriteLine(Fact(3));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Console.WriteLine(Fact(0));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 Fact(21); } catch (ArgumentOutOfRangeException)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Console.WriteLine("rejected");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rejected</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Zero is a valid base input, while 21 is rejected before an overflowing multiplication. The recursive structure alone does not establish a safe numeric domain.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Does the presence of a base case prove termination?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whatever the recursive argument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every path must make well-founded progress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the method prints output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maximum input needs rejection or another explicit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binary-search empty interval ends the search.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divided nonempty range must preserve all positions without overlap.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is a divide-and-conquer maximum different from binary search?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Maximum generally needs both child results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Maximum always uses only the left child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Binary search inspects every item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Count Positive Adjustments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a recursive count for a suffix.</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Exclude zero from positive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the helper postcondition and test empty input.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zero/base, singleton, odd-size, and invalid cases.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total calls from active depth.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loop when sequential repetition is clearer or recursion risks stack exhaustion.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Specify domain, base case, and progress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suspended work and returned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recursive search intervals complete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22.2. Stable Merge Sort and Verification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Merge sorted runs with a tie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Prove split coverage and preservation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comparisons, copies, and storage separately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branches send sorted invoice runs. Equal amounts must keep arrival order when the report combines them.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Both input runs use the same ordering.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the left item on equal keys for stability.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Copy every unconsumed item after one run is exhausted.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Compare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Choice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Output so far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A:2 versus C:2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Left on tie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B:4 versus C:2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B:4 versus D:3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 exhausted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Copy 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A,C,D,B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Split a range into two covering, smaller child ranges.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each child, then merge their sorted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one reusable buffer to avoid fresh full arrays at every merge.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output prefix contains exactly the smallest consumed occurrences in stable order. Sortedness alone cannot prove occurrence preservation.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 using System.Linq;</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left = new[] { (Key: 2, Id: "A"), (Key: 4, Id: "B")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right = new[] { (Key: 2, Id: "C"), (Key: 3, Id: "D")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report = new List&lt;(int Key, string Id)&gt;(); int i = 0, j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(i &lt; left.Length &amp;&amp; j &lt; right.Length)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report.Add(left[i].Key &lt;= right[j].Key ? left[i++] : right[j++]);</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(i &lt; left.Length) report.Add(left[i++]);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(j &lt; right.Length) report.Add(right[j++]);</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report.Select(item =&gt; item.Id)));</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A,C,D,B</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precedes C even though their keys tie. Once the right run is exhausted, copying B preserves the final occurrence without another key comparison.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merge has zero key comparisons. Can it still copy many items?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No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Yes, if one input run is empty</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the result is invalid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Empty/empty produces empty output.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Repeated keys require occurrence checks, not sets.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stable descending report reverses the comparer, not the tied record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auxiliary storage does range-buffer merge sort use?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Constant in every implementation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Linear buffer plus logarithmic active frames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the total number of comparisons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Stable Descending Reports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labeled invoices by descending amount.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arrival order within ties.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int.MinValue and int.MaxValue without subtraction.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empty, singleton, reverse, and duplicate-heavy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actual comparisons and writes under a declared convention.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Relate balanced linear-per-level work to n log n; include buffer and stack costs.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Merge sorted runs with a tie policy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Prove split coverage and preservation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Count comparisons, copies, and storage separately</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Recursion and Divide-and-Conquer</dc:title>
  <dc:subject>PptxGenJS Presentation</dc:subject>
  <dc:creator>ThinkPress</dc:creator>
  <cp:lastModifiedBy>ThinkPress</cp:lastModifiedBy>
  <cp:revision>1</cp:revision>
  <dcterms:created xsi:type="dcterms:W3CDTF">2026-10-21T20:22:50Z</dcterms:created>
  <dcterms:modified xsi:type="dcterms:W3CDTF">2026-10-21T20:22:50Z</dcterms:modified>
</cp:coreProperties>
</file>