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16.1: Search Contracts and Repeated Queries, starts on slide 2.
Part 16.2: Sorting and Safe Reporting Workloads, starts on slide 17.
Part 16.3: Merge Sort for Reporting Workloads, starts on slide 32.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ticket report is sorted under one ordering policy. A lookup may return any matching ticket position, while an arrival scan promises the first occurrence.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Sort and search must agree on ordering. Teaching methods return -1 for absence; Array.BinarySearch instead encodes an insertion position in a negative result.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ticket report is sorted under one ordering policy. A lookup may return any matching ticket position, while an arrival scan promises the first occurrence.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search keeps candidates in [low, high). The high endpoint is excluded, and each unsuccessful comparison must remove the inspected middle.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and search must agree on ordering. Teaching methods return -1 for absence; Array.BinarySearch instead encodes an insertion position in a negative result.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3; -1. Connect each observation to the contract: Sort and search must agree on ordering. Teaching methods return -1 for absence; Array.BinarySearch instead encodes an insertion position in a negative result.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Search 21 in 5,9,12,20,31,44: [low, high): Decision. Start: [0,6): middle 3 gives 20. 21 greater than 20: [4,6): middle 5 gives 44. 21 smaller than 44: [4,5): middle 4 gives 31. 21 smaller than 31: [4,4): Empty: missing.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The inspected middle cannot match, so remove it from the lower end. low = mid can leave a one-element interval unchanged.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contract: Duplicate result. First-match linear scan: Earliest matching arrival position. Any-match binary search: One matching sorted position. All matches: A collection or interval, not one arbitrary index. Sort and search must agree on ordering. Teaching methods return -1 for absence; Array.BinarySearch instead encodes an insertion position in a negative result.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 negative library result as an index is invalid. Check its sign; decode the insertion position with bitwise complement only when the library contract requires it.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A negative result signals absence. Complementing -2 gives one; do not confuse the encoded position with a found index.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This implementation stops at equality and promises any match. A first-match requirement needs a different boundary policy.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When comparison is negative, assign low = middle + 1; otherwise, after excluding equality, assign high = middle. Initialize high to Length, not Length minus one. Watch for this defect: Using a negative library result as an index is invalid. Check its sign; decode the insertion position with bitwise complement only when the library contract requires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Test empty, singleton, first/last, absent below/inside/above, and duplicates. Count probes separately from copying or sorting preparation.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and search must agree on ordering. Teaching methods return -1 for absence; Array.BinarySearch instead encodes an insertion position in a negative result.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75 minutes of selected explanation, prediction, code runs, and practice. Reading parts are not extra meetings; this chapter remains a three-meeting, 110-minute unit. An invoice report needs sorted amounts without changing arrival order in the original data. Correctness requires order, occurrence preservation, and an explicit mutation policy.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Use strict greater-than shifting to preserve ties. Sorting a clone protects the original outer sequence; it does not deep-clone referenced objects.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An invoice report needs sorted amounts without changing arrival order in the original data. Correctness requires order, occurrence preservation, and an explicit mutation policy.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Insertion sort saves the next item, shifts strictly greater predecessors right, and installs the saved item in the gap.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strict greater-than shifting to preserve ties. Sorting a clone protects the original outer sequence; it does not deep-clone referenced objects.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10,20,30. Connect each observation to the contract: Use strict greater-than shifting to preserve ties. Sorting a clone protects the original outer sequence; it does not deep-clone referenced objects.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Pass: Saved item: Sequence after insertion. Start: None: 30,10,20. Insert index one: 10: 10,30,20. Insert index two: 20: 10,20,30. Finish: None: Same three occurrences.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The shifts overwrite array positions. Saving the item preserves it until its final position is known.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Obligation: Independent evidence. Original preserved: Compare every original position. Report ordered: Check every adjacent pair. Occurrences preserved: Compare length and per-value counts. Stability: Label distinct records sharing one key. Use strict greater-than shifting to preserve ties. Sorting a clone protects the original outer sequence; it does not deep-clone referenced objects.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endpoints can certify a corrupt middle. A sorted-looking result can still lose or duplicate values, so order and preservation need separate checks.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Ascending order and endpoints both pass; the multiplicity of eight and seventeen changed.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Include copy/sort preparation, all query probes, and maintenance or rebuilding after updates. O(log n) per query alone is not the workload cost.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After shifting, assign values[position] = current. Check every original position, each adjacent report pair, and every input value's occurrence count. A changed middle arrival, unsorted middle report, and sorted duplicate replacement must each be detected. Watch for this defect: Checking endpoints can certify a corrupt middle. A sorted-looking result can still lose or duplicate values, so order and preservation need separate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empty, singleton, duplicates, all equal, sorted, and reverse inputs. Label ties for stability and count key comparisons independently of assignments.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strict greater-than shifting to preserve ties. Sorting a clone protects the original outer sequence; it does not deep-clone referenced objects.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supporting material, not an extra required meeting or an automatic assessment prerequisite. Goal: Merge sort for the selected CS2 route. The instructor selects its depth according to course policy and available time. Two branch offices send sorted daily files. A merge repeatedly copies the smaller front item, then copies the unexhausted remainder.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 offices send sorted daily files. A merge repeatedly copies the smaller front item, then copies the unexhausted remainder. Select Recursive Methods (5.6) before this supporting reading. Splitting, recursively sorting, and merging give about n log n work with additional storage. Equal keys come from the left run first for stability. Connect this extension to the core contract rather than introducing it as a prerequisite for the standard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No, copy the other run. B: Earlier arrival order lies in the left run, so choosing it first preserves ties. Ask students to justify each answer using the stated contract. These checks are optional review, not a change to existing assessment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exercise only if this supporting reading was selected. Answer: Expected merged values are 1, 2, 5, 5, 7, 9 and 3, 4, 8. A missing remainder loop loses values or leaves default zeros even if length is correct. Retain the original exercise identity and do not require unsupported syntax in a core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merged values are 1, 2, 5, 5, 7, 9 and 3, 4, 8. A missing remainder loop loses values or leaves default zeros even if length is correct. The core chapter remains complete without an extra meeting. Keep these notes available for students taking the recommended extension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16</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16</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6_searching_sorting/1601_searching.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6_searching_sorting/1602_basic_sorting.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16_searching_sorting/1603_merge_sort.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Searching and Basic Sorting</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16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Search Contracts and Repeated Queries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16.1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first, any, or missing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Maintain a shrinking half-open interval.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Interpret library failure results before indexing.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ticket report is sorted under one ordering policy. A lookup may return any matching ticket position, while an arrival scan promises the first occurrence.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Binary search keeps candidates in [low, high). The high endpoint is excluded, and each unsuccessful comparison must remove the inspected middle.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Sort and search must agree on ordering. Teaching methods return -1 for absence; Array.BinarySearch instead encodes an insertion position in a negative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16.1</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values = { 5, 9, 12, 20, 31, 44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Console.WriteLine(Find(values, 20)); Console.WriteLine(Find(values, 21));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int Find(int[] a, int target)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low = 0, high = a.Length;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(low &lt; high) { int mid = low + (high - low)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(a[mid] == target) return mid;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(a[mid] &lt; target) low = mid + 1; else high = mid;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594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Search 21 in 5,9,12,20,31,44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[low, high)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Decision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middle 3 gives 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21 greater than 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middle 5 gives 44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21 smaller than 44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middle 4 gives 31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21 smaller than 31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 missing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middle value is below target. Which update guarantees progress?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low = mid</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low = mid + 1</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high = mid + 1</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Search contract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Duplicate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First-match linear scan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Earliest matching arrival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Any-match binary search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matching sorted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All matches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collection or interval, not one arbitrary index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Using a negative library result as an index is invalid. Check its sign; decode the insertion position with bitwise complement only when the library contract requires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Array.BinarySearch returns -2. Is the target found?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at index two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 insertion position is one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always means index zero</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sorted report contains duplicates. Must this binary search return the earliest duplicate?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Finish the Boundary Updates: use a half-open interval and test first, missing, ordinary, and empty cases.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 empty, singleton, first/last, absent below/inside/above, and duplicates. Count probes separately from copying or sorting preparation.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Specify first, any, or missing results.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Maintain a shrinking half-open interval.</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Interpret library failure results before indexing.</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Sorting and Safe Reporting Workloads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16.2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Maintain a sorted prefix and preserve occurrences.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tied records in arrival 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complete reporting workloads.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invoice report needs sorted amounts without changing arrival order in the original data. Correctness requires order, occurrence preservation, and an explicit mutation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Insertion sort saves the next item, shifts strictly greater predecessors right, and installs the saved item in the gap.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strict greater-than shifting to preserve ties. Sorting a clone protects the original outer sequence; it does not deep-clone referenced objects.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16.2</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values = { 30, 10, 20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1; i &lt; values.Length; i++)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saved = values[i], j = 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(j &gt; 0 &amp;&amp; values[j - 1] &gt; saved) { values[j] = values[j - 1]; j--;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values[j] = saved;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values));</a:t>
            </a:r>
            <a:endParaRPr lang="en-US" sz="1800" dirty="0"/>
          </a:p>
        </p:txBody>
      </p:sp>
      <p:sp>
        <p:nvSpPr>
          <p:cNvPr id="4" name="Text 2"/>
          <p:cNvSpPr txBox="1"/>
          <p:nvPr/>
        </p:nvSpPr>
        <p:spPr>
          <a:xfrm>
            <a:off x="548640" y="4023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10,20,30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Pass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Saved item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Sequence after insertion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30,10,20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Insert index 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10,30,20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Insert index two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10,20,30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Finish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three occurrences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Why save the current item before shifting?</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So a shift cannot overwrite the value still being inserted</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To remove duplicates</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To avoid comparing keys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Check the complete contract 16.2</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original = { 30, 10, 20 }, arrivals = { 30, 10, 20 }, report = { 10, 20, 30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same = arrivals.Length == original.Length, ordered = 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0; i &lt; arrivals.Length; i++) same &amp;= arrivals[i] == original[i];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1; i &lt; report.Length; i++) ordered &amp;= report[i - 1] &lt;= report[i];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kept = report.Length == original.Length;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value in original) { int before = 0, after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foreach (int x in original) if (x == value) before++;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foreach (int x in report) if (x == value) after++; kept &amp;= before == after;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Console.WriteLine(same &amp;&amp; ordered &amp;&amp; kept);</a:t>
            </a:r>
            <a:endParaRPr lang="en-US" sz="1800" dirty="0"/>
          </a:p>
        </p:txBody>
      </p:sp>
      <p:sp>
        <p:nvSpPr>
          <p:cNvPr id="4" name="Text 2"/>
          <p:cNvSpPr txBox="1"/>
          <p:nvPr/>
        </p:nvSpPr>
        <p:spPr>
          <a:xfrm>
            <a:off x="548640" y="45948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Checking endpoints can certify a corrupt middle. A sorted-looking result can still lose or duplicate values, so order and preservation need separate checks.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report is 8,8,42 instead of 8,17,42. Which check exposes the loss?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its first and last values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Occurrence counts and length together</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checking ascending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One sorted snapshot supports Q queries but U updates arrive. Which costs belong in the comparison?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Preserve the Saved Item, then use Lab Question 5's complete verification checks on a cloned report.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empty, singleton, duplicates, all equal, sorted, and reverse inputs. Label ties for stability and count key comparisons independently of assignments.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Maintain a sorted prefix and preserve occurrences.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tied records in arrival order.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Compare complete reporting workloads.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Merge Sort for Reporting Workloads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16.3 · Supporting / optional reference</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Selected depth; no additional required meeting.</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Merge sort for the selected CS2 route</a:t>
            </a:r>
            <a:endParaRPr lang="en-US" sz="3600" dirty="0"/>
          </a:p>
        </p:txBody>
      </p:sp>
      <p:sp>
        <p:nvSpPr>
          <p:cNvPr id="3" name="Text 1"/>
          <p:cNvSpPr txBox="1"/>
          <p:nvPr/>
        </p:nvSpPr>
        <p:spPr>
          <a:xfrm>
            <a:off x="548640" y="1280160"/>
            <a:ext cx="11094415" cy="2270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branch offices send sorted daily files. A merge repeatedly copies the smaller front item, then copies the unexhausted remainder.</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Select Recursive Methods (5.6) before this supporting reading. Splitting, recursively sorting, and merging give about n log n work with additional storage. Equal keys come from the left run first for stability.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quick checks</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Does one empty run imply an empty merge?</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 Why prefer the left item on equality?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selected practice</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Merge Two Daily Files and check both remainder-copy loops.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Reference recap</a:t>
            </a:r>
            <a:endParaRPr lang="en-US"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Select Recursive Methods (5.6) before this supporting reading. Splitting, recursively sorting, and merging give about n log n work with additional storage. Equal keys come from the left run first for stability.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to the core sequence when this reference question is resolved.</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Reference 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 and Basic Sorting</dc:title>
  <dc:subject>PptxGenJS Presentation</dc:subject>
  <dc:creator>ThinkPress</dc:creator>
  <cp:lastModifiedBy>ThinkPress</cp:lastModifiedBy>
  <cp:revision>1</cp:revision>
  <dcterms:created xsi:type="dcterms:W3CDTF">2026-10-21T20:22:45Z</dcterms:created>
  <dcterms:modified xsi:type="dcterms:W3CDTF">2026-10-21T20:22:45Z</dcterms:modified>
</cp:coreProperties>
</file>