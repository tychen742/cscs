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25: Dynamic Programming and Backtracking.
Existing 110-minute chapter allocation: 40 minutes repeated-work/state models;40 minutes backtracking;30 minutes optimization/witness verification across the three readings.
Part 25.1: Memoization, Tabulation, and Repeated Work, starting slide 2.
Part 25.2: Optimization States and Reconstructed Solutions, starting slide 17.
Part 25.3: Backtracking, Pruning, and Search States,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define a complete subproblem state, compare recursion, caching, and table order, separate computed states from all calls. Read 2501_memoization_tabulation.html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planning recurrence revisits the same Fibonacci subproblems. Saving answers avoids recomputation, but a call hitting the cache is still a call.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F(0)=0 and F(1)=1 define the base values.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Before table entry i is filled, all entries it depends on are already correct. Rolling state retains those dependencies but not the whole history.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first line is F(8); the second records the F(0) base expected in a boundary check. Rolling state stores only two consecutive recurrence values, so it cannot return the full table afterward.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Before table entry i is filled, all entries it depends on are already correct. Rolling state retains those dependencies but not the whole history.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first line is F(8); the second records the F(0) base expected in a boundary check. Rolling state stores only two consecutive recurrence values, so it cannot return the full table afterward.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Before table entry i is filled, all entries it depends on are already correct. Rolling state retains those dependencies but not the whole history.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Distinguish call count from the number of states whose recurrence body is evaluated.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small inputs against an independent table or hand trace.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Filling a state before its predecessor values exist reads defaults, not the recurrence's mathematical answers.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Use the same call-count convention, including base and cache-hit calls. Rolling state reduces retained auxiliary values but loses the complete history unless outputs are separately stored.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Filling a state before its predecessor values exist reads defaults, not the recurrence's mathematical answers.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first line is F(8); the second records the F(0) base expected in a boundary check. Rolling state stores only two consecutive recurrence values, so it cannot return the full table afterward.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derive a minimum-count recurrence, represent unreachable states explicitly, recover and validate an optimal witness. Read 2502_optimization_models.html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buyer requests six units using reusable pack sizes one, three, and four. Largest-first takes three packs, while the optimum uses two threes.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B(0)=0 means an empty valid plan.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finite B(a) has a predecessor chain ending at zero. Checking its sum and count is separate from trusting the number in the last table cell.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Two packs suffice, and the independent witness 3+3 has the requested amount. This small bounded demo uses 99 above every possible valid count; the full lesson represents unreachable states explicitly.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finite B(a) has a predecessor chain ending at zero. Checking its sum and count is separate from trusting the number in the last table cell.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Two packs suffice, and the independent witness 3+3 has the requested amount. This small bounded demo uses 99 above every possible valid count; the full lesson represents unreachable states explicitly.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finite B(a) has a predecessor chain ending at zero. Checking its sum and count is separate from trusting the number in the last table cell.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Zero units needs no packs. Conflating this with unreachable states breaks both recurrence initialization and witness interpretation.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with an independent small exhaustive or amount-level reference.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An amount-only state forgets which positions remain available. One-use search needs additional ownership information.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Zero target has an empty valid witness. For reusable sizes 2,5,5, normalize duplicates; target one is unreachable. A nonpositive denomination breaks the strictly-smaller predecessor reasoning. One-use invoices need position/inventory information.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An amount-only state forgets which positions remain available. One-use search needs additional ownership information.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Two packs suffice, and the independent witness 3+3 has the requested amount. This small bounded demo uses 99 above every possible valid count; the full lesson represents unreachable states explicitly.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keep one-use positions in the state, prove pruning rules for signed values, restore shared state before sibling branches. Read 2503_backtracking.html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Invoice amounts 8,-3,4,4 include a credit and two distinct four-unit records. Find a one-use subset totaling five.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Each position may be chosen at most once.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Negative remaining amount is not failure when later credits can reduce the sum. A prune needs a bound that remains valid for all remaining choices.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Mask three chooses positions zero and one: 8 plus -3. Mask fourteen chooses -3 and both distinct four-unit records. This small exhaustive reference checks backtracking independently instead of sharing its prune logic.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Negative remaining amount is not failure when later credits can reduce the sum. A prune needs a bound that remains valid for all remaining choices.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Mask three chooses positions zero and one: 8 plus -3. Mask fourteen chooses -3 and both distinct four-unit records. This small exhaustive reference checks backtracking independently instead of sharing its prune logic.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Negative remaining amount is not failure when later credits can reduce the sum. A prune needs a bound that remains valid for all remaining choices.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The same remaining amount at two positions can have different available records. Position is part of the complete state.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Validate every position is legal and used at most once.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Otherwise later undo operations mutate previously saved results. Copy at the moment the witness is complete.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Empty input with target zero succeeds with the empty witness. A later undo must not mutate a saved snapshot. An exhausted budget leaves the answer unknown; only completed exhaustive/pruned reasoning can establish infeasibility.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Otherwise later undo operations mutate previously saved results. Copy at the moment the witness is complete.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Mask three chooses positions zero and one: 8 plus -3. Mask fourteen chooses -3 and both distinct four-unit records. This small exhaustive reference checks backtracking independently instead of sharing its prune logic.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25</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25</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1_memoization_tabulation.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1_memoization_tabulation.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2_optimization_model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2_optimization_model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3_backtracking.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5_dynamic_programming_backtracking/2503_backtracking.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25. Dynamic Programming and Backtracking</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25.1. Memoization, Tabulation, and Repeated Work</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Define a complete subproblem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recursion, caching, and table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computed states from all calls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planning recurrence revisits the same Fibonacci subproblems. Saving answers avoids recomputation, but a call hitting the cache is still a call.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F(0)=0 and F(1)=1 define the base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cache key must identify every remaining choice.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table fills dependencies before their users.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Method for F(5)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Reused state idea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Naive recursion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Recomputes overlapping calls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Memoization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Compute each missing index once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Tabulation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Fill indices zero through five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Rolling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Retain only the two previous 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state, base cases, and recurrence before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calls, hits, and non-base computations consistently.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sparse caching or dense tables from the reachable state space.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Before table entry i is filled, all entries it depends on are already correct. Rolling state retains those dependencies but not the whole history.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long Fib(int n)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&lt; 0) throw new ArgumentOutOfRangeException(nameof(n));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long previous = 0, current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i = 0; i &lt; n; i++)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long next = checked(previous + current);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previous = current; current = next;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return previous;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Console.WriteLine(Fib(8));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Console.WriteLine(Fib(0));</a:t>
            </a:r>
            <a:endParaRPr lang="en-US" sz="1800" dirty="0"/>
          </a:p>
        </p:txBody>
      </p:sp>
      <p:sp>
        <p:nvSpPr>
          <p:cNvPr id="4" name="Text 2"/>
          <p:cNvSpPr txBox="1"/>
          <p:nvPr/>
        </p:nvSpPr>
        <p:spPr>
          <a:xfrm>
            <a:off x="548640" y="4880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first line is F(8); the second records the F(0) base expected in a boundary check. Rolling state stores only two consecutive recurrence values, so it cannot return the full table afterward.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Does memoization make every cache request disappear?</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hits are calls that avoid recomputation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inputs are random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Zero must follow the declared base case.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Checked arithmetic exposes numeric limits.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Changing the counting recurrence may change bases without changing the recurrence shape.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table order computes F(i)=F(i-1)+F(i-2) safely?</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Increasing index after the bases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Decreasing index from an empty table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Arbitrary order without checking dependencies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Count Repeated Subproblems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calls and cache hits for a small 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the same input across methods.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what rolling state gives up.</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small inputs against an independent table or hand trace.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retained states separately from requested calls.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 not infer constant storage merely because each state is computed once.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Define a complete subproblem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recursion, caching, and table order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computed states from all calls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25.2. Optimization States and Reconstructed Solutions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Derive a minimum-count recurrence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Represent unreachable states explicitly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Recover and validate an optimal witness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buyer requests six units using reusable pack sizes one, three, and four. Largest-first takes three packs, while the optimum uses two threes.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B(0)=0 means an empty valid plan.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missing state means unreachable, not zero cost.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Only positive reusable pack sizes preserve smaller predecessor amounts.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B(amount) for sizes 1,3,4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One predecessor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 + pack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 + pack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 + pack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amount a, inspect legal predecessor amounts a-size.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the smallest predecessor count plus 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Store the chosen size if a witness must be reconstructed.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finite B(a) has a predecessor chain ending at zero. Checking its sum and count is separate from trusting the number in the last table cell.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sizes = { 1, 3, 4 }; int target = 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best = new int[target + 1]; Array.Fill(best, 99); best[0]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amount = 1; amount &lt;= target; amount++)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(int size in sizes)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(size &lt;= amount)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best[amount] = Math.Min(best[amount], best[amount-size]+1);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Console.WriteLine(best[target]);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Console.WriteLine(3 + 3);</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packs suffice, and the independent witness 3+3 has the requested amount. This small bounded demo uses 99 above every possible valid count; the full lesson represents unreachable states explicitly.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B(0)=0 represent?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An unreachable request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valid empty plan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request that needs one arbitrary pack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Normalize duplicate denominations without changing reusable inventory.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nonpositive denomination sizes.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Table size depends on numeric target, so a small input description can still create a large table.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Can a reusable-pack solution be applied unchanged to one-use invoices?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since amounts are integers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remaining inventory changes the state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every value is positive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Validate Pack Contracts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zero, unreachable, and duplicate denominations.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an invalid nonpositive size.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reusable versus one-use state.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with an independent small exhaustive or amount-level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feasibility checks from optimality reasoning.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Account for the numeric target, retained predecessor data, and output plan size.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Derive a minimum-count recurrence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Represent unreachable states explicitly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Recover and validate an optimal witness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25.3. Backtracking, Pruning, and Search States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one-use positions in the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Prove pruning rules for signed values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Restore shared state before sibling branches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Invoice amounts 8,-3,4,4 include a credit and two distinct four-unit records. Find a one-use subset totaling five.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Each position may be chosen at most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Equal numeric values can identify different records.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failed-state cache key includes position and remaining amount.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Choice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Selected positions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Remaining amount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Include position 0:8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Include position 1:-3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Witness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amounts 8,-3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Sum 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2215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one position, explore its children, then undo its own choice.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suffix negative/positive sums to bound achievable remaining amounts.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Copy completed witnesses before later mutation of shared partial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Negative remaining amount is not failure when later credits can reduce the sum. A prune needs a bound that remains valid for all remaining choices.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invoice = { 8, -3, 4, 4 }; long target = 5; int witnesses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mask = 0; mask &lt; (1 &lt;&lt; invoice.Length); mask++)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long sum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i = 0; i &lt; invoice.Length; 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((mask &amp; (1 &lt;&lt; i)) != 0) sum += invoice[i];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(sum == target) { Console.WriteLine(mask); witnesses++;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Console.WriteLine($"witnesses={witnesses}");</a:t>
            </a:r>
            <a:endParaRPr lang="en-US" sz="1800" dirty="0"/>
          </a:p>
        </p:txBody>
      </p:sp>
      <p:sp>
        <p:nvSpPr>
          <p:cNvPr id="4" name="Text 2"/>
          <p:cNvSpPr txBox="1"/>
          <p:nvPr/>
        </p:nvSpPr>
        <p:spPr>
          <a:xfrm>
            <a:off x="548640" y="4309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witnesses=2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752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Mask three chooses positions zero and one: 8 plus -3. Mask fourteen chooses -3 and both distinct four-unit records. This small exhaustive reference checks backtracking independently instead of sharing its prune logic.</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is amount-only memoization unsafe for one-use invoices?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Different remaining positions can have different answers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All sums must be negative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dictionary cannot store amounts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input has one empty subset and one empty permutation.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Duplicate labels do not merge distinct positions.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Budget exhaustion means unknown unless the search completed its proof.</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When saving a completed mutable selection, what should be stored?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same list reference for every result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An independent snapshot of the chosen positions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the number of later branches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Practice: Validate Search Evidence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empty input and zero target.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unreachable requests and witness snapshots.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a completed failure proof from a budget limit.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every position is legal and used at most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small infeasible and credit-containing cases independently.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output enumeration and saved witness size in time/space explanations.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one-use positions in the state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Prove pruning rules for signed values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Restore shared state before sibling branches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25: Dynamic Programming and Backtracking</dc:title>
  <dc:subject>PptxGenJS Presentation</dc:subject>
  <dc:creator>ThinkPress</dc:creator>
  <cp:lastModifiedBy>ThinkPress</cp:lastModifiedBy>
  <cp:revision>1</cp:revision>
  <dcterms:created xsi:type="dcterms:W3CDTF">2026-10-21T20:22:53Z</dcterms:created>
  <dcterms:modified xsi:type="dcterms:W3CDTF">2026-10-21T20:22:53Z</dcterms:modified>
</cp:coreProperties>
</file>