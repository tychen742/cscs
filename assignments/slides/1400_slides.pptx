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14.1: Dynamic Arrays, starts on slide 2.
Part 14.2: Linked Nodes, starts on slide 17.
Part 14.3: Representation Tradeoffs and Verification, starts on slide 32.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work-order sequence begins with two slots but grows to nine orders. Resizing must preserve logical order before appending the new value.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When full, allocate larger storage and copy existing entries in order. For middle insertion, shift right from the end so unread values are not overwritten.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work-order sequence begins with two slots but grows to nine orders. Resizing must preserve logical order before appending the new value.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dynamic array owns physical capacity and a logical prefix. Only positions before Count are current sequence elements.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full, allocate larger storage and copy existing entries in order. For middle insertion, shift right from the end so unread values are not overwritten.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count=9, capacity=16, copied=14. Connect each observation to the contract: When full, allocate larger storage and copy existing entries in order. For middle insertion, shift right from the end so unread values are not overwritten.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Appends completed: Capacity: Total old entries copied. 2: 2: 0. 3: 4: 2. 5: 8: 6. 9: 16: 14.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A. Count describes the active prefix. Capacity includes spare slots that are not current sequence values.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 Work beyond the new value. Append with room: No old entries copied. Grow and append: Copy current prefix. Insert at front: Shift every live entry. Read by index: One indexed access. When full, allocate larger storage and copy existing entries in order. For middle insertion, shift right from the end so unread values are not overwritten.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Shifting from left to right during insertion overwrites values before they can be moved. Save the inserted item and copy the tail from high indexes downward.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The sum of geometric growth copies is linear over the append sequence, although one resizing append is still expensive.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Move 40 into the free slot first, then store 30 in the gap. Increment Count after the new logical sequence is established.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Allocate a larger backing array when Count equals capacity; copy indexes zero through Count minus one; write the appended value at Count; increase Count once. Watch for this defect: Shifting from left to right during insertion overwrites values before they can be moved. Save the inserted item and copy the tail from high indexes downward.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Check exact capacity, the first growing append, repeated growth, zero logical elements, and invalid insertion indexes with unchanged state.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full, allocate larger storage and copy existing entries in order. For middle insertion, shift right from the end so unread values are not overwritten.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40 minutes of selected explanation, prediction, code runs, and practice. Reading parts are not extra meetings; this chapter remains a three-meeting, 110-minute unit. An urgent work order joins the front of a linked sequence. Its new node must point to the old head before the wrapper replaces the head reference.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Preserve the intended reachable sequence and keep Count, head, and tail consistent. A singleton removal changes both endpoints.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An urgent work order joins the front of a linked sequence. Its new node must point to the old head before the wrapper replaces the head reference.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stores a value and a link. Traversal follows those links; assignment of a node reference does not duplicate the chain.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Preserve the intended reachable sequence and keep Count, head, and tail consistent. A singleton removal changes both endpoints.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10; 20; 30. Connect each observation to the contract: Preserve the intended reachable sequence and keep Count, head, and tail consistent. A singleton removal changes both endpoints.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Action: Reachable order. Initial chain: 20 → 30. New node points to old head: 10 → 20 → 30. Head replaced: Same complete chain. Old head discarded too early: 20 and 30 can be lost.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The new link must retain the old reachable chain before the entry reference changes.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location: Required knowledge. At head: Wrapper's head reference. After known node: That node and its next link. At numeric position: Traversal to the location first. At singleton removal: Head and tail must both become empty. Preserve the intended reachable sequence and keep Count, head, and tail consistent. A singleton removal changes both endpoints.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O(1) link update does not include the time spent locating its predecessor. Include traversal when the caller supplies only an index.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A. Leaving tail pointing at the removed node breaks the empty invariant and later reuse.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Return the new head or pass the variable by ref, according to the stated interface.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Create a node whose Next is the old head and return it. The client assigns the returned reference. Three pushes yield WO-30, WO-20, WO-10 and count three. Watch for this defect: An O(1) link update does not include the time spent locating its predecessor. Include traversal when the caller supplies only an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Test empty insertion, singleton removal, last-node removal, repeated labels, and reuse. Draw the links before coding each update.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Preserve the intended reachable sequence and keep Count, head, and tail consistent. A singleton removal changes both endpoints.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dispatcher alternates urgent front updates with indexed report reads. The best representation depends on that operation mix, not its name.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Correctness comes before timing. Compare expected sequence, Count, failures, and unchanged state under invalid operations.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dispatcher alternates urgent front updates with indexed report reads. The best representation depends on that operation mix, not its name.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Array indexing and linked traversal answer the same sequence question with different physical work. Count primitives under a stated starting position.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comes before timing. Compare expected sequence, Count, failures, and unchanged state under invalid operations.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array=8, reads=1; linked=8, links=7. Connect each observation to the contract: Correctness comes before timing. Compare expected sequence, Count, failures, and unchanged state under invalid operations.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Operation on eight values: Array work: Linked work. Read last index: 1 indexed read: 7 Next advances from head. Front insertion: 8 shifts: Fixed link updates. Front removal after insertion: 8 shifts: Fixed link updates. 100 last reads: 100 indexed reads: 700 Next advances.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A. The constant update claim assumes the location is already known. Numeric-position access generally requires traversal first.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What it can establish. Expected sequence checks: Observable correctness. Primitive counts: Work under an explicit model. Elapsed time: Runtime behavior on one system. Memory layout: Locality and per-node overhead tradeoffs. Correctness comes before timing. Compare expected sequence, Count, failures, and unchanged state under invalid operations.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benchmark with different answers or unequal starting data is not a fair comparison. Reset both implementations to the same sequence before each scenario.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A. Direct indexing avoids repeated traversal. Actual runtime still depends on sizes, allocation, locality, and implementation.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Recompute the operation mix and include both locating and changing costs; a single slogan about cheap insertion is insufficient.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Use the same expected sequence and boundary tests for both implementations. Count shifts and link advances separately; explain why repeated indexed reads can dominate cheap linked updates. Watch for this defect: A benchmark with different answers or unequal starting data is not a fair comparison. Reset both implementations to the same sequence before each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Include empty, singleton, duplicates, invalid indexes, and reuse. State whether traversal starts at head; this demo counts seven Next advances to the eighth node.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comes before timing. Compare expected sequence, Count, failures, and unchanged state under invalid operations.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14</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14</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4_arrays_linked_lists/1401_dynamic_arrays.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4_arrays_linked_lists/1402_linked_nodes.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4_arrays_linked_lists/1403_comparison_lab.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Arrays and Linked Lists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14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Dynamic Arrays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14.1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Count separately from Capacity.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Implement growth and shifts without loss.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repeated-append copy cost.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work-order sequence begins with two slots but grows to nine orders. Resizing must preserve logical order before appending the new value.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dynamic array owns physical capacity and a logical prefix. Only positions before Count are current sequence elements.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When full, allocate larger storage and copy existing entries in order. For middle insertion, shift right from the end so unread values are not overwritten.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14.1</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items = new int[2]; int count = 0, copied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value = 1; value &lt;= 9; value++)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(count == items.Length) { copied += count; Array.Resize(ref items, items.Length * 2);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items[count++] = value;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Console.WriteLine($"count={count}, capacity={items.Length}, copied={copied}");</a:t>
            </a:r>
            <a:endParaRPr lang="en-US" sz="1800" dirty="0"/>
          </a:p>
        </p:txBody>
      </p:sp>
      <p:sp>
        <p:nvSpPr>
          <p:cNvPr id="4" name="Text 2"/>
          <p:cNvSpPr txBox="1"/>
          <p:nvPr/>
        </p:nvSpPr>
        <p:spPr>
          <a:xfrm>
            <a:off x="548640" y="37376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count=9, capacity=16, copied=14</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Appends completed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Capacity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Total old entries copied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9</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Count is three and capacity is eight. How many live values are copied during growth?</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Three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Eight meaningful values</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Zero for every resize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Operation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Work beyond the new value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Append with room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old entries copied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Grow and append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Copy current prefix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Insert at front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Shift every live entry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 by index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indexed access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Shifting from left to right during insertion overwrites values before they can be moved. Save the inserted item and copy the tail from high indexes downward.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Why is doubling useful?</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 makes every append constant work</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It spreads occasional copies over many appends</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 removes the need for Count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Insert 30 between 20 and 40 in a three-value prefix. Which value moves first?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Append with Growth and the work-order sequence exercise: complete growth and preserve the prefix, then test insertion at both ends.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exact capacity, the first growing append, repeated growth, zero logical elements, and invalid insertion indexes with unchanged state.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Count separately from Capacity.</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Implement growth and shifts without loss.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repeated-append copy cost.</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Linked Nodes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14.2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Follow node references without copying nodes.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reachability when inserting.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Update head and tail at empty boundaries.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urgent work order joins the front of a linked sequence. Its new node must point to the old head before the wrapper replaces the head reference.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node stores a value and a link. Traversal follows those links; assignment of a node reference does not duplicate the chain.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Preserve the intended reachable sequence and keep Count, head, and tail consistent. A singleton removal changes both endpoints.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14.2</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Node? head = new Node(20, new Node(30));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head = new Node(10, head);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(Node? current = head; current is not null; current = current.Next)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Console.WriteLine(current.Value);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class Node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int Value; public Node? Next;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public Node(int value, Node? next = null) { Value = value; Next = next;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43091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30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Reachable order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Initial chain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20 → 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New node points to old head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 → 20 → 30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Head replaced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 complete chain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Old head discarded too early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20 and 30 can be lost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Which order preserves the chain?</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Replace head, then guess its former target</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Link new node to old head, then replace head</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Clear all Next references first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Update location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Required knowledge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head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Wrapper's head reference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After known node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That node and its next link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numeric 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Traversal to the location first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singleton removal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Head and tail must both become empty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O(1) link update does not include the time spent locating its predecessor. Include traversal when the caller supplies only an index.</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Removing the only node leaves which endpoints?</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Both null</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Old tail only</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fresh unrelated node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caller passes a head by value and the helper assigns a new head locally. Did the caller's head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Insert at the Front: PushFront returns a new head and works on an empty chain.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Test empty insertion, singleton removal, last-node removal, repeated labels, and reuse. Draw the links before coding each update.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Follow node references without copying nodes.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Preserve reachability when inserting.</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Update head and tail at empty boundaries.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Representation Tradeoffs and Verification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14.3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locating separately from updating.</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both representations against one contract.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Justify a workload-based choice.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dispatcher alternates urgent front updates with indexed report reads. The best representation depends on that operation mix, not its name.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Array indexing and linked traversal answer the same sequence question with different physical work. Count primitives under a stated starting position.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Correctness comes before timing. Compare expected sequence, Count, failures, and unchanged state under invalid operations.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14.3</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values = { 1, 2, 3, 4, 5, 6, 7, 8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chain = new LinkedList&lt;int&gt;(values);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current = chain.First!; int links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(current.Next is not null) { current = current.Next; links++;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Console.WriteLine($"array={values[7]}, reads=1");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Console.WriteLine($"linked={current.Value}, links={links}");</a:t>
            </a:r>
            <a:endParaRPr lang="en-US" sz="1800" dirty="0"/>
          </a:p>
        </p:txBody>
      </p:sp>
      <p:sp>
        <p:nvSpPr>
          <p:cNvPr id="4" name="Text 2"/>
          <p:cNvSpPr txBox="1"/>
          <p:nvPr/>
        </p:nvSpPr>
        <p:spPr>
          <a:xfrm>
            <a:off x="548640" y="40233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array=8, reads=1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linked=8, links=7</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Operation on eight values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Array work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Linked work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Read last index</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 indexed read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 Next advances from head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Front insertion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 shifts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Fixed link updates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Front removal after insertion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 shifts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Fixed link updates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100 last reads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100 indexed reads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700 Next advances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caller already holds the predecessor node. What does link insertion exclude?</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Locating that predecessor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Assigning Next</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Creating the new link relationship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Evidence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can establish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Expected sequence checks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Observable correctness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Primitive counts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Work under an explicit model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Elapsed time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Runtime behavior on one system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Memory layout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Locality and per-node overhead tradeoffs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benchmark with different answers or unequal starting data is not a fair comparison. Reset both implementations to the same sequence before each scenario.</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workload tends to favor an array-backed sequence?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Mostly random indexed reads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Only head updates with known head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 requirement to avoid all allocation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Ten front updates per indexed read become ten reads per update. Must the recommendation stay the same?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section's Lab Tasks: implement an update and justify representation choices for contrasting workloads.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Include empty, singleton, duplicates, invalid indexes, and reuse. State whether traversal starts at head; this demo counts seven Next advances to the eighth node.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Count locating separately from updating.</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Test both representations against one contract.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Justify a workload-based choice.</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and Linked Lists</dc:title>
  <dc:subject>PptxGenJS Presentation</dc:subject>
  <dc:creator>ThinkPress</dc:creator>
  <cp:lastModifiedBy>ThinkPress</cp:lastModifiedBy>
  <cp:revision>1</cp:revision>
  <dcterms:created xsi:type="dcterms:W3CDTF">2026-10-21T20:22:42Z</dcterms:created>
  <dcterms:modified xsi:type="dcterms:W3CDTF">2026-10-21T20:22:42Z</dcterms:modified>
</cp:coreProperties>
</file>