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24: Greedy Algorithms and Graph Optimization.
Existing 110-minute chapter allocation: 35 minutes greedy scheduling;40 minutes forests;35 minutes shortest routes.
Part 24.1: Greedy Choices and Exchange Reasoning, starting slide 2.
Part 24.2: Minimum Spanning Forests and Kruskal, starting slide 17.
Part 24.3: Shortest Paths and Dijkstra, starting slide 32.
Each core part is a reading unit; follow the current three-meeting allocation rather than add one meeting per part. Supporting parts are explicitly optional. Quick-check and Your turn answers remain in these instructor notes; the student HTML omits them. All complete C# examples are standalone and recorded in the code verification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state the optimization objective, prove maximum-count interval scheduling, use counterexamples when the objective changes. Read 2401_greedy_choice.html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room manager wants the largest number of compatible positive-duration meetings. Choosing the highest-value meeting is a different objective.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Intervals are half-open: back-to-back meetings are compatible.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The selected schedule stays feasible. The exchange argument, not feasibility alone, establishes the maximum-count claim.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Three compatible meetings are selected. The example does not claim these meetings maximize revenue; changing values changes the optimization problem.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The selected schedule stays feasible. The exchange argument, not feasibility alone, establishes the maximum-count claim.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Three compatible meetings are selected. The example does not claim these meetings maximize revenue; changing values changes the optimization problem.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The selected schedule stays feasible. The exchange argument, not feasibility alone, establishes the maximum-count claim.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A. To claim maximum count, add the exchange reasoning. A feasible schedule can still have fewer meetings than another feasible one.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Check feasibility and objective value separately.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B. A verified counterexample is enough to refute the changed universal claim. Preserve the original count theorem under its stated objective.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Half-open equality permits the next meeting to start at the previous end. A negative start is legal when duration is positive. Reject zero duration under the chosen contract; feasibility alone does not supply the maximum-count proof.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B. A verified counterexample is enough to refute the changed universal claim. Preserve the original count theorem under its stated objective.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Three compatible meetings are selected. The example does not claim these meetings maximize revenue; changing values changes the optimization problem.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distinguish network cost from route cost, track union-find components, return a forest for disconnected input. Read 2402_spanning_trees_shortest_paths.html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facilities team buys undirected cables to connect sites at minimum total cost. Remote has no possible cable and must remain a separate component.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Edges are undirected and connect known vertices.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Union-find describes connectivity of accepted edges. It is not the chosen cable set itself, and path compression does not add graph edges.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The four connected sites use three accepted cables costing nine. The fifth vertex is retained as an isolated component, so the full graph has no spanning tree.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Union-find describes connectivity of accepted edges. It is not the chosen cable set itself, and path compression does not add graph edges.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The four connected sites use three accepted cables costing nine. The fifth vertex is retained as an isolated component, so the full graph has no spanning tree.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Union-find describes connectivity of accepted edges. It is not the chosen cable set itself, and path compression does not add graph edges.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A. Each accepted edge merges two components. Starting at V components, V-c successful unions reach c.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Check acyclicity and component preservation independently.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A. The exchange replaces a crossing edge without increasing cost. It concerns total network cost, not distances from one source.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The chosen example gives three edges, cost nine, and two components. With ties, verify minimum cost and connectivity/invariants rather than a particular sequence of labels.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A. The exchange replaces a crossing edge without increasing cost. It concerns total network cost, not distances from one source.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The four connected sites use three accepted cables costing nine. The fifth vertex is retained as an isolated component, so the full graph has no spanning tree.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validate all nonnegative arcs, skip stale priority entries, distinguish minimum hops, route cost, and network cost. Read 2403_shortest_paths.html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delivery route from A may improve after another vertex is discovered. A priority queue can still contain the old distance after an improved entry is added.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All arcs, including unreachable ones, must be nonnegative.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The minimum current nonnegative tentative distance can be settled. An obsolete queue entry is not a new reason to rescan adjacency.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The best A-to-D cost is three through C then B. The earlier cost-seven candidate is obsolete, and hop count is not the optimization objective.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The minimum current nonnegative tentative distance can be settled. An obsolete queue entry is not a new reason to rescan adjacency.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The best A-to-D cost is three through C then B. The earlier cost-seven candidate is obsolete, and hop count is not the optimization objective.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The minimum current nonnegative tentative distance can be settled. An obsolete queue entry is not a new reason to rescan adjacency.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B. Validate every input arc before search. A run-specific reachability shortcut would weaken the stated contract.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Validate every predecessor edge and reconstructed total.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A. The newer entry represents the current claim. Rescanning the obsolete one adds work and can undermine a careless implementation's correctness argument.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Minimum total cable cost and minimum A-to-C travel cost are different objectives. The lesson triangle has an MST route of four versus a shortest direct route of three; neither result substitutes for the other.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A. The newer entry represents the current claim. Rescanning the obsolete one adds work and can undermine a careless implementation's correctness argument.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The best A-to-D cost is three through C then B. The earlier cost-seven candidate is obsolete, and hop count is not the optimization objective.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24</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24</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24_greedy_graph_optimization/2401_greedy_choice.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24_greedy_graph_optimization/2401_greedy_choice.html" TargetMode="Externa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24_greedy_graph_optimization/2402_spanning_trees_shortest_paths.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cscs.thinkpress.org/chapters/24_greedy_graph_optimization/2402_spanning_trees_shortest_paths.html" TargetMode="Externa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cscs.thinkpress.org/chapters/24_greedy_graph_optimization/2403_shortest_paths.html" TargetMode="Externa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cscs.thinkpress.org/chapters/24_greedy_graph_optimization/2403_shortest_paths.html" TargetMode="External"/><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24. Greedy Algorithms and Graph Optimization</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Contracts, worked traces, practice, and verified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24.1. Greedy Choices and Exchange Reasoning</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State the optimization objective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Prove maximum-count interval scheduling</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counterexamples when the objective changes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room manager wants the largest number of compatible positive-duration meetings. Choosing the highest-value meeting is a different objective.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Intervals are half-open: back-to-back meetings are compatible.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Every accepted interval has positive duration.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objective here is meeting count, not total value.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Finish order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Decision after B then C</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 [0,2)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Accept, end=2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 [2,3)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Accept, end=3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 [0,4)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Reject, starts before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 [3,5)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Accept, end=5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Sort candidates by earliest finishing time.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Accept the next start at or after the last accepted end.</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Exchange an optimal first choice for an earlier finish without reducing the remaining count.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selected schedule stays feasible. The exchange argument, not feasibility alone, establishes the maximum-count claim.</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 using System.Linq;</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Start, int End, string Id)[] meetings =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(0, 4, "A"), (0, 2, "B"), (2, 3, "C"), (3, 5, "D")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lastEnd = int.MinValue;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foreach (var meeting in meetings.OrderBy(m =&gt; m.End))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(meeting.Start &gt;= lastEnd)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Console.WriteLine(meeting.Id); lastEnd = meeting.End;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a:t>
            </a:r>
            <a:endParaRPr lang="en-US" sz="1800" dirty="0"/>
          </a:p>
        </p:txBody>
      </p:sp>
      <p:sp>
        <p:nvSpPr>
          <p:cNvPr id="4" name="Text 2"/>
          <p:cNvSpPr txBox="1"/>
          <p:nvPr/>
        </p:nvSpPr>
        <p:spPr>
          <a:xfrm>
            <a:off x="548640" y="402336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B</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D</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Three compatible meetings are selected. The example does not claim these meetings maximize revenue; changing values changes the optimization problem.</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does a non-overlap invariant prove by itself?</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Feasibility</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Global optimality for every objective</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Constant runtime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Empty input yields an empty schedule.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Back-to-back equality is allowed by half-open intervals.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Reject zero or negative duration before optimizing.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long booking pays more than several short bookings. Does earliest finish maximize value?</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Always</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the count proof does not establish maximum value</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if values are printed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Exercise: Scheduling Boundaries</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Select a maximum-count compatible schedule.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Include negative starts and back-to-back meetings.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Reject a zero-duration booking and explain the exchange.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feasibility and objective value separately.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Verify small instances by exhaustive subsets.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Include sorting preparation and the subsequent linear scan in cost claims.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State the optimization objective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Prove maximum-count interval scheduling</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Use counterexamples when the objective changes</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24.2. Minimum Spanning Forests and Kruskal</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network cost from route cost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Track union-find components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Return a forest for disconnected input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facilities team buys undirected cables to connect sites at minimum total cost. Remote has no possible cable and must remain a separate component.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Edges are undirected and connect known vertices.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Negative cable weights are permitted by the model.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Disconnected input returns a minimum spanning forest, not an invented spanning tree.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Edge by increasing weight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Decision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Reason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B-C:2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Accept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Different components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C-D:3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Accept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Different components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A-B:4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Accept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Different components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A-C:6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Reject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Would close a cycle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Begin with one union-find component per vertex.</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Process edges in nondecreasing weight order.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Accept only edges joining different components, then unite their roots.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Union-find describes connectivity of accepted edges. It is not the chosen cable set itself, and path compression does not add graph edges.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3131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 using System.Linq;</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A, int B, int W)[] edges = { (0,1,4), (1,2,2), (0,2,6), (2,3,3)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parent = { 0, 1, 2, 3, 4 }; int components = 5; long total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Root(int v) { while (parent[v] != v) v = parent[v]; return v;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foreach (var e in edges.OrderBy(e =&gt; e.W))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a = Root(e.A), b = Root(e.B);</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(a == b) continue;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parent[a] = b; components--; total += e.W;</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Console.WriteLine($"total={total}, components={components}");</a:t>
            </a:r>
            <a:endParaRPr lang="en-US" sz="1800" dirty="0"/>
          </a:p>
        </p:txBody>
      </p:sp>
      <p:sp>
        <p:nvSpPr>
          <p:cNvPr id="4" name="Text 2"/>
          <p:cNvSpPr txBox="1"/>
          <p:nvPr/>
        </p:nvSpPr>
        <p:spPr>
          <a:xfrm>
            <a:off x="548640" y="459486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total=9, components=2</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four connected sites use three accepted cables costing nine. The fifth vertex is retained as an isolated component, so the full graph has no spanning tree.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How many accepted edges does a forest with V vertices and c components have?</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V-c</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V always</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V+c</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isolates even when the edge list omits them.</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Tied weights may produce different optimal edge sets.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a wide total and reject unknown endpoints.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does the cut argument justify?</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A light crossing edge is safe for extending an optimal forest</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Every accepted edge is a shortest route</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Every graph is connected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Exercise: Inspect the Cable Forest</a:t>
            </a:r>
            <a:endParaRPr lang="en-US" sz="3600" dirty="0"/>
          </a:p>
        </p:txBody>
      </p:sp>
      <p:sp>
        <p:nvSpPr>
          <p:cNvPr id="3" name="Text 1"/>
          <p:cNvSpPr txBox="1"/>
          <p:nvPr/>
        </p:nvSpPr>
        <p:spPr>
          <a:xfrm>
            <a:off x="548640" y="1280160"/>
            <a:ext cx="11094415" cy="2353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edge decisions and roots.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Report total, edge count, and components.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Verify a disconnected or tied-edge case without demanding one fixed edge set.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acyclicity and component preservation independently.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a small instance with exhaustive candidate forests.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Account for sorting plus union-find work under its actual implementation.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network cost from route cost</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Track union-find components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Return a forest for disconnected input</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24.3. Shortest Paths and Dijkstra</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Validate all nonnegative arcs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Skip stale priority entries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minimum hops, route cost, and network cost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delivery route from A may improve after another vertex is discovered. A priority queue can still contain the old distance after an improved entry is added.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All arcs, including unreachable ones, must be nonnegative.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Distance accumulation uses a wide type and an overflow policy.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reachable route has a valid predecessor witness; an unreachable target has none.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Event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Tentative distances from A</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Expand A</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B=5, C=1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Expand C at 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B=2, D=7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Expand B at 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Later entries B=5, D=7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Stale; skip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Validate the model before searching.</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On strict improvement, update distance/predecessor and enqueue the new distance.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Skip a removal whose priority differs from the current best distance.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minimum current nonnegative tentative distance can be settled. An obsolete queue entry is not a new reason to rescan adjacency.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3417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(int To,int W)[][] edges = { new[] {(1,5),(2,1)}, new[] {(3,1)},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new[] {(1,1),(3,6)}, Array.Empty&lt;(int,int)&gt;()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foreach (var row in edges) foreach (var e in row)</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(e.W &lt; 0) throw new ArgumentException();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long[] d = { 0, long.MaxValue, long.MaxValue, long.MaxValue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q = new PriorityQueue&lt;int,long&gt;(); q.Enqueue(0,0);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while (q.TryDequeue(out int v, out long cost)) { if (cost != d[v]) continue;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foreach (var e in edges[v]) { long next = checked(cost + e.W);</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(next &lt; d[e.To]) { d[e.To] = next; q.Enqueue(e.To,next);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Console.WriteLine(string.Join(",",d));</a:t>
            </a:r>
            <a:endParaRPr lang="en-US" sz="1800" dirty="0"/>
          </a:p>
        </p:txBody>
      </p:sp>
      <p:sp>
        <p:nvSpPr>
          <p:cNvPr id="4" name="Text 2"/>
          <p:cNvSpPr txBox="1"/>
          <p:nvPr/>
        </p:nvSpPr>
        <p:spPr>
          <a:xfrm>
            <a:off x="548640" y="488061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0,2,1,3</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best A-to-D cost is three through C then B. The earlier cost-seven candidate is obsolete, and hop count is not the optimization objective.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Should an unreachable negative arc be ignored during input validation?</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because it is not traversed</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the declared graph contract rejects it</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when it is a self-loop</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Zero-weight edges and cycles require strict improvement.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missing distance is not the same as a fabricated singleton path.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MST route can cost more than the true shortest source-target route.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Why skip a queue entry at cost five after d[v] becomes two?</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Its relaxation evidence is obsolete</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Every cost five is invalid</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To remove all paths to v</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Practice: Compare Facilities Models</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Specify cable cost versus delivery-route cost.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a predecessor path and sum its real edges.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Test unreachable, zero-weight, and wide-distance cases.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Validate every predecessor edge and reconstructed total.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small route costs against an independent reference.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stale entries, heap operations, scans, and output in a complete workload.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Validate all nonnegative arcs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Skip stale priority entries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minimum hops, route cost, and network cost</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24: Greedy Algorithms and Graph Optimization</dc:title>
  <dc:subject>PptxGenJS Presentation</dc:subject>
  <dc:creator>ThinkPress</dc:creator>
  <cp:lastModifiedBy>ThinkPress</cp:lastModifiedBy>
  <cp:revision>1</cp:revision>
  <dcterms:created xsi:type="dcterms:W3CDTF">2026-10-21T20:22:52Z</dcterms:created>
  <dcterms:modified xsi:type="dcterms:W3CDTF">2026-10-21T20:22:52Z</dcterms:modified>
</cp:coreProperties>
</file>