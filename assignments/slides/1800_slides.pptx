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18: Priority Queues and Heaps.
Existing 110-minute chapter allocation: 35 minutes contracts/shape;40 minutes repairs;35 minutes top-k/fairness.
Part 18.1: Priority Queue Contracts and Heap Shape, starting slide 2.
Part 18.2: Implementing and Checking a Binary Heap, starting slide 17.
Part 18.3: Priority Workloads and Top-K Selection, starting slide 32.
Each core part is a reading unit; follow the current three-meeting allocation rather than add one meeting per part. Supporting parts are explicitly optional. Quick-check and Your turn answers remain in these instructor notes; the student HTML omits them. All complete C# examples are standalone and recorded in the code verification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state minimum-priority removal, make equal-urgency arrival order explicit, translate heap positions into a complete tree. Read 1801_priority_queues.html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service desk must select urgency one before urgency five. Arrival order matters only after urgency ties.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Smaller numeric priority leaves first.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A min-heap requires each parent to be no greater than its children. Siblings need not be ordered.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Both urgent requests beat Routine; their increasing arrival numbers resolve the tie without assuming library stability.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A min-heap requires each parent to be no greater than its children. Siblings need not be ordered.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Both urgent requests beat Routine; their increasing arrival numbers resolve the tie without assuming library stability.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A min-heap requires each parent to be no greater than its children. Siblings need not be ordered.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A. Urgency must be the first key; arrival is the secondary key. Reversing the keys makes arrival the primary policy.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Check the minimum element after each change.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B. The 4 precedes 2 in the array, but parent 1 is below neither child, and parent 4 is no greater than 7 and 5.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A request at minimum urgency leaves first. Use arrival numbers only to resolve equal urgencies; do not promise FIFO between different priorities.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B. The 4 precedes 2 in the array, but parent 1 is below neither child, and parent 4 is no greater than 7 and 5.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Both urgent requests beat Routine; their increasing arrival numbers resolve the tie without assuming library stability.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trace sift-up after insertion, trace sift-down after root removal, check parent-child order independently. Read 1802_heap_implementation.html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Insert urgency two into the desk heap [3,7,5,9]. Repair the path disturbed by the new leaf.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Parent index is (child-1)/2.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All edges outside the repair path retain their order. Checking the entire heap after a repair is independent verification, not part of the repair itself.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Position four has parent one. The scan checks every active parent-child relation and accepts this heap even though the array is not globally sorted.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All edges outside the repair path retain their order. Checking the entire heap after a repair is independent verification, not part of the repair itself.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Position four has parent one. The scan checks every active parent-child relation and accepts this heap even though the array is not globally sorted.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All edges outside the repair path retain their order. Checking the entire heap after a repair is independent verification, not part of the repair itself.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B. Swapping with the larger child can leave the other child smaller than its new parent. Check that the right child exists before comparing children.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Run ascending, reverse, duplicate, and singleton cases.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C. Sifting follows logarithmic height, but storage growth may be linear for that operation. Count copies separately from comparisons.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The last value 3 is below parent 7 in the faulty heap. Do not compare only the root or only neighboring array positions.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C. Sifting follows logarithmic height, but storage growth may be linear for that operation. Count copies separately from comparisons.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Position four has parent one. The scan checks every active parent-child relation and accepts this heap even though the array is not globally sorted.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justify a bounded heap for top-k, include all retained and removed occurrences, distinguish priority order from fairness. Read 1803_priority_applications.html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workload dashboard needs the three largest estimates from 8,2,10,5,12 without sorting every discarded estimate.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Keep at most k retained candidates.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After each input prefix, retained candidates are its k largest values, or all values if fewer than k have arrived.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Draining returns the retained top three in ascending order. The goal was selection, so discarding smaller values is intentional, while tied occurrences still count.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After each input prefix, retained candidates are its k largest values, or all values if fewer than k have arrived.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Draining returns the retained top three in ascending order. The goal was selection, so discarding smaller values is intentional, while tied occurrences still count.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After each input prefix, retained candidates are its k largest values, or all values if fewer than k have arrived.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A. The weakest retained item is exactly the one to evict. A maximum root hides that boundary.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Compare against a reference sort on small streams.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C. A continual stream of more urgent work can postpone a less urgent request. Aging changes the priority policy rather than merely resolving equal priorities.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Repeated urgency-zero arrivals can starve an urgency-five ticket. For effective urgency base-waitTicks, that ticket reaches zero after five ticks; update queued priorities or rebuild them at defined times.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C. A continual stream of more urgent work can postpone a less urgent request. Aging changes the priority policy rather than merely resolving equal priorities.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Draining returns the retained top three in ascending order. The goal was selection, so discarding smaller values is intentional, while tied occurrences still count.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18</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18</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18_priority_queues/1801_priority_queues.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18_priority_queues/1801_priority_queues.html" TargetMode="Externa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18_priority_queues/1802_heap_implementation.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cscs.thinkpress.org/chapters/18_priority_queues/1802_heap_implementation.html" TargetMode="Externa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18_priority_queues/1803_priority_applications.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cscs.thinkpress.org/chapters/18_priority_queues/1803_priority_applications.html" TargetMode="External"/><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18. Priority Queues and Heaps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Contracts, worked traces, practice, and verified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18.1. Priority Queue Contracts and Heap Shape</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 minimum-priority removal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Make equal-urgency arrival order explicit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Translate heap positions into a complete tree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service desk must select urgency one before urgency five. Arrival order matters only after urgency ties.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Smaller numeric priority leaves first.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Equal priorities have no implicit FIFO promise.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empty removal needs a declared failure policy.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Request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Urgency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Arrival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Routine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First urgent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Second urgent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Give each arrival an increasing sequence number.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urgency first, then arrival.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Treat removal order as a contract, not a fully sorted array.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min-heap requires each parent to be no greater than its children. Siblings need not be ordered.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1988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 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queue = new PriorityQueue&lt;string, (int, int)&gt;();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queue.Enqueue("Routine", (5,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queue.Enqueue("First urgent", (1,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queue.Enqueue("Second urgent", (1, 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while (queue.Count &gt; 0) Console.WriteLine(queue.Dequeue());</a:t>
            </a:r>
            <a:endParaRPr lang="en-US" sz="1800" dirty="0"/>
          </a:p>
        </p:txBody>
      </p:sp>
      <p:sp>
        <p:nvSpPr>
          <p:cNvPr id="4" name="Text 2"/>
          <p:cNvSpPr txBox="1"/>
          <p:nvPr/>
        </p:nvSpPr>
        <p:spPr>
          <a:xfrm>
            <a:off x="548640" y="345186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First urgent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Second urgent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Routine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Both urgent requests beat Routine; their increasing arrival numbers resolve the tie without assuming library stability.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priority makes a later urgency-one request follow an earlier urgency-one request?</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(1, later arrival number)</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(later arrival number, 1)</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Unspecified equal integers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Empty: use TryDequeue or handle the declared exception.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Singleton: root is both first and last.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Ties: test an explicit arrival policy.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Is the heap array [1,4,2,7,5] fully sorted?</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because the root is minimum</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but it satisfies the min-heap rule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No, so it cannot represent a heap</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Practice: Service the Minimum Priority</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Enqueue three service requests with explicit urgency.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every removal before running.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Change one urgency and explain the new order.</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the minimum element after each change.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Drain a copy to check order and occurrence counts.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parent-child pairs rather than adjacent positions.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State minimum-priority removal</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Make equal-urgency arrival order explicit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Translate heap positions into a complete tree</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18.2. Implementing and Checking a Binary Heap</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sift-up after insertion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sift-down after root removal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parent-child order independently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Insert urgency two into the desk heap [3,7,5,9]. Repair the path disturbed by the new leaf.</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Parent index is (child-1)/2.</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Child indexes are 2p+1 and 2p+2.</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determines which array positions are active.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Event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Heap array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Append 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[3,7,5,9,2]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Swap with 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[3,2,5,9,7]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Swap with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[2,3,5,9,7]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Insertion appends at the complete-tree boundary.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Swap upward only while child is smaller than parent.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Removal moves the last value to the root and follows the smaller child downward.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All edges outside the repair path retain their order. Checking the entire heap after a repair is independent verification, not part of the repair itself.</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2274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heap = { 2, 3, 5, 9, 7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bool valid = 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child = 1; child &lt; heap.Length; child++)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valid &amp;= heap[(child - 1) / 2] &lt;= heap[child];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Console.WriteLine(valid);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Console.WriteLine((4 - 1) / 2);</a:t>
            </a:r>
            <a:endParaRPr lang="en-US" sz="1800" dirty="0"/>
          </a:p>
        </p:txBody>
      </p:sp>
      <p:sp>
        <p:nvSpPr>
          <p:cNvPr id="4" name="Text 2"/>
          <p:cNvSpPr txBox="1"/>
          <p:nvPr/>
        </p:nvSpPr>
        <p:spPr>
          <a:xfrm>
            <a:off x="548640" y="37376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1</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Position four has parent one. The scan checks every active parent-child relation and accepts this heap even though the array is not globally sorted.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During sift-down, which child must be compared with the parent?</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Always the left child</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smaller existing child</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child with the larger index</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Empty PopMin must reject removal.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singleton removes without reading a new root.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parent may have a left child but no right child.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append causes the backing array to grow. What cost belongs in the explanation?</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Every insertion has strict constant cost</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Only the sift comparisons matter</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Growth may copy many values; amortized and single-operation costs differ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Practice: Check Every Parent</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Write an independent min-heap predicate.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Reject [2,7,5,9,3] and accept [2,3,5,9,7].</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which parent-child pair exposes the defect.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Run ascending, reverse, duplicate, and singleton cases.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invariant after each insertion and removal.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comparison counters from verification scans.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sift-up after insertion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sift-down after root removal</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Check parent-child order independently</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18.3. Priority Workloads and Top-K Selection</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Justify a bounded heap for top-k</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Include all retained and removed occurrences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priority order from fairness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workload dashboard needs the three largest estimates from 8,2,10,5,12 without sorting every discarded estimate.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at most k retained candidates.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root is the smallest retained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Replace the weakest candidate when a larger one arrives.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Next estimate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Retained values in sorted view</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8,2,10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2,8,10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5,8,10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8,10,12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a minimum heap, not a maximum heap.</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Insert the new value, then remove minimum if Count exceeds k.</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sorted view in this trace does not describe the heap layout.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After each input prefix, retained candidates are its k largest values, or all values if fewer than k have arrived.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 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best = new PriorityQueue&lt;int, int&gt;();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foreach (int value in new[] { 8, 2, 10, 5, 12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best.Enqueue(value, value);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(best.Count &gt; 3) best.Dequeue();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while (best.Count &gt; 0) Console.WriteLine(best.Dequeue());</a:t>
            </a:r>
            <a:endParaRPr lang="en-US" sz="1800" dirty="0"/>
          </a:p>
        </p:txBody>
      </p:sp>
      <p:sp>
        <p:nvSpPr>
          <p:cNvPr id="4" name="Text 2"/>
          <p:cNvSpPr txBox="1"/>
          <p:nvPr/>
        </p:nvSpPr>
        <p:spPr>
          <a:xfrm>
            <a:off x="548640" y="402336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8</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10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12</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Draining returns the retained top three in ascending order. The goal was selection, so discarding smaller values is intentional, while tied occurrences still count.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Why is the top-k root a minimum?</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It exposes the weakest retained candidate</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It proves all inputs are sorted</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It removes duplicate values automatically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k=1 reduces to retaining the maximum.</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Reject nonpositive k under the teaching contract.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Equal priorities need an explicit tie rule if identity matters.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Arrival numbers resolve ties. Do they prevent starvation?</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for all urgency levels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Only if all priorities differ</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No, lower-priority requests can still wait forever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Practice: Explain Priority and Fairness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Construct a strict-priority starvation scenario.</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Specify a simulated aging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when priorities must be recomputed.</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against a reference sort on small streams.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Bound selection by O(n log k) with O(k) retained storage.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output work separately when draining or sorting the result.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Justify a bounded heap for top-k</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Include all retained and removed occurrences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priority order from fairness</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18: Priority Queues and Heaps</dc:title>
  <dc:subject>PptxGenJS Presentation</dc:subject>
  <dc:creator>ThinkPress</dc:creator>
  <cp:lastModifiedBy>ThinkPress</cp:lastModifiedBy>
  <cp:revision>1</cp:revision>
  <dcterms:created xsi:type="dcterms:W3CDTF">2026-10-21T20:22:46Z</dcterms:created>
  <dcterms:modified xsi:type="dcterms:W3CDTF">2026-10-21T20:22:46Z</dcterms:modified>
</cp:coreProperties>
</file>